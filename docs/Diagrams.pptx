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2" d="100"/>
          <a:sy n="92" d="100"/>
        </p:scale>
        <p:origin x="28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04F57-EC27-FE43-609C-505A71E86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33AB95-95CE-836B-23FF-AA0A7F7C38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07A44-55F5-6709-1BE6-E56660FDD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5B95-89D5-440B-8A50-A9C8934CB761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06751-F3D7-3DDC-C65F-5D140A31A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ADC19-9583-ED15-0DD6-BD59B9D32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4CFE-A94E-4B8E-9236-B94F678E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559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8EED2-C79E-D22E-48D8-FD9F6B842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D4C97-6CC6-2806-69AE-E840EE8CD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808F6-F82C-7E94-754C-0CAB4B47D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5B95-89D5-440B-8A50-A9C8934CB761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F1236-EA5D-003C-BC59-8AA4C3FF4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4705C-F7C6-B37F-5914-BBAD5E457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4CFE-A94E-4B8E-9236-B94F678E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433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36CCA-EB9C-1AC9-9608-F760E785E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252C2-CC10-25E1-4BF4-1910C3D10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AB6E8-0CE5-7021-59AF-8BD02E992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5B95-89D5-440B-8A50-A9C8934CB761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94027-3D2B-3A1F-2363-C727AFB23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726C2-3C83-626B-7DD8-3C35088E9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4CFE-A94E-4B8E-9236-B94F678E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171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B93A-3736-59B0-91D1-FC4BE1155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C1C12-6253-EEAD-43A4-12E172B88C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30B81-5C01-2564-3D65-F1A2ACA81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373C6-D745-8E14-6235-0B1739A6E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5B95-89D5-440B-8A50-A9C8934CB761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65BE83-D85B-EC97-582F-40E992D8F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B1EA3-6B2A-D788-5D62-2D6B97D6C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4CFE-A94E-4B8E-9236-B94F678E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8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D94C7-37C3-9DDE-727A-6AB6BE118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87349-B800-0303-2F8C-33EC0FEE2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18BFD-C5E3-0645-95FB-38C27FB01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802620-812E-1485-27D5-3E7CB91DA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49E9E-DE00-EA35-B0CD-357D502126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2095B5-80D4-4544-9252-7B37F1CF1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5B95-89D5-440B-8A50-A9C8934CB761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37A0E0-54DC-D6A0-79AD-890CC9A9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4F7C1D-B7E1-61EF-8884-85E6753F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4CFE-A94E-4B8E-9236-B94F678E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675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D5D95-0FD0-AAB4-966C-F7243500F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A23453-25EC-8A7E-E274-CD1108EFF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5B95-89D5-440B-8A50-A9C8934CB761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105FA-DDB7-2FED-B855-71044249F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CFABCD-22FE-7979-8486-6C3EA7EC3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4CFE-A94E-4B8E-9236-B94F678E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810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2A4448-5707-5767-D568-F64543D55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5B95-89D5-440B-8A50-A9C8934CB761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A34FF6-278A-519C-E930-4D94FC516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59250-08F9-C118-DE6C-BCD7BF61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4CFE-A94E-4B8E-9236-B94F678E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552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68740-F868-449F-3CED-27B6B2C5D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35F11-BAC0-CB76-3C15-04C1BC875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8511DE-12AB-290B-5A51-BB403D924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4C760-BDB0-9C62-7F48-D3AAC4EF6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5B95-89D5-440B-8A50-A9C8934CB761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B421E3-D9C7-D97F-81CB-F30D8C99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2716F-B4D0-4BAA-2EA7-A0856F2F0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4CFE-A94E-4B8E-9236-B94F678E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4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A4C74-973B-C3E1-5361-069931262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DF9862-B67F-B3A3-BA45-6FA9901B15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F2B23A-FD48-879F-C364-51783A47C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046FC-5099-5DD2-AB6A-B205568AA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5B95-89D5-440B-8A50-A9C8934CB761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1890D-4BD3-9C3D-EA9A-3685CC774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04E74-C62D-E45E-B439-70CC24D94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4CFE-A94E-4B8E-9236-B94F678E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5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829A1-3F75-CA8B-F147-CB8187D0F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F61BC5-E65D-EF85-5D69-8B372F25D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A8BCE-6CF3-CA06-A068-2B6EAD52C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5B95-89D5-440B-8A50-A9C8934CB761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CCDA1-9F32-3432-EACD-90CC0B9F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03C1B-E3BD-8D47-A9D7-24102364A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4CFE-A94E-4B8E-9236-B94F678E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414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7A480C-CF69-0FF8-61E8-471B038D8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ABED1-B956-F87B-FE64-6ED290E05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DAECF-AF8D-A1DB-FC61-5237D0616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65B95-89D5-440B-8A50-A9C8934CB761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F5FF1-C701-3CFE-5B7C-54646DD05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E7C1F-6417-EBB0-A4D5-98A04D05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74CFE-A94E-4B8E-9236-B94F678E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96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20D5CC-6A57-8D8F-CB40-720789B31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7D92E-1CC2-8153-EBBB-F6FBC211E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A2BB2-46C5-C585-D859-F7E74A0D8D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B65B95-89D5-440B-8A50-A9C8934CB761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4C29C-D96E-21EA-A5D6-30587321A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AA7C2-DCB7-C220-22D0-B15C6CCCD7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74CFE-A94E-4B8E-9236-B94F678E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0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roup 153">
            <a:extLst>
              <a:ext uri="{FF2B5EF4-FFF2-40B4-BE49-F238E27FC236}">
                <a16:creationId xmlns:a16="http://schemas.microsoft.com/office/drawing/2014/main" id="{A53A119E-3554-8F53-0D34-3B979FABD9FD}"/>
              </a:ext>
            </a:extLst>
          </p:cNvPr>
          <p:cNvGrpSpPr/>
          <p:nvPr/>
        </p:nvGrpSpPr>
        <p:grpSpPr>
          <a:xfrm>
            <a:off x="192505" y="-144378"/>
            <a:ext cx="10250906" cy="6668636"/>
            <a:chOff x="192505" y="-144378"/>
            <a:chExt cx="10250906" cy="6668636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99BE2B7-0F2C-7BC1-F03D-C1E8F9A48462}"/>
                </a:ext>
              </a:extLst>
            </p:cNvPr>
            <p:cNvSpPr/>
            <p:nvPr/>
          </p:nvSpPr>
          <p:spPr>
            <a:xfrm>
              <a:off x="192505" y="-144378"/>
              <a:ext cx="10250906" cy="66686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9CC2051-092B-AF64-0F49-056986928567}"/>
                </a:ext>
              </a:extLst>
            </p:cNvPr>
            <p:cNvSpPr/>
            <p:nvPr/>
          </p:nvSpPr>
          <p:spPr>
            <a:xfrm>
              <a:off x="4332889" y="3279643"/>
              <a:ext cx="2017986" cy="10799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Raspberry Pi 5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0D41FFC-1F8B-9D37-74B6-523738CB73B6}"/>
                </a:ext>
              </a:extLst>
            </p:cNvPr>
            <p:cNvSpPr/>
            <p:nvPr/>
          </p:nvSpPr>
          <p:spPr>
            <a:xfrm>
              <a:off x="7641433" y="10551"/>
              <a:ext cx="1229710" cy="64638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Solar Pannel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9C71CC-732D-463F-2779-9491ADA4506A}"/>
                </a:ext>
              </a:extLst>
            </p:cNvPr>
            <p:cNvSpPr/>
            <p:nvPr/>
          </p:nvSpPr>
          <p:spPr>
            <a:xfrm>
              <a:off x="7641433" y="1134599"/>
              <a:ext cx="1229710" cy="64638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Power Outlet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E61F0AF-6F1E-A27F-86A3-4905168BA832}"/>
                </a:ext>
              </a:extLst>
            </p:cNvPr>
            <p:cNvSpPr/>
            <p:nvPr/>
          </p:nvSpPr>
          <p:spPr>
            <a:xfrm>
              <a:off x="5946228" y="789454"/>
              <a:ext cx="1229710" cy="64638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Solar USB Charger Controller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775D589-B962-E482-A19C-7FE8BD52034C}"/>
                </a:ext>
              </a:extLst>
            </p:cNvPr>
            <p:cNvSpPr/>
            <p:nvPr/>
          </p:nvSpPr>
          <p:spPr>
            <a:xfrm>
              <a:off x="3507032" y="789454"/>
              <a:ext cx="1229710" cy="64638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Power Bank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3963EB5-3498-3B6A-D732-F9296C769DAC}"/>
                </a:ext>
              </a:extLst>
            </p:cNvPr>
            <p:cNvSpPr/>
            <p:nvPr/>
          </p:nvSpPr>
          <p:spPr>
            <a:xfrm>
              <a:off x="7165427" y="3279643"/>
              <a:ext cx="2017986" cy="1079938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Touchscreen Display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5A2D2E1-76DF-FA1C-3B5F-D65D2B15D255}"/>
                </a:ext>
              </a:extLst>
            </p:cNvPr>
            <p:cNvSpPr/>
            <p:nvPr/>
          </p:nvSpPr>
          <p:spPr>
            <a:xfrm>
              <a:off x="346841" y="1997382"/>
              <a:ext cx="2017986" cy="107993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Keyboard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43CD594-1397-90C7-7A37-25A268E6FC90}"/>
                </a:ext>
              </a:extLst>
            </p:cNvPr>
            <p:cNvSpPr/>
            <p:nvPr/>
          </p:nvSpPr>
          <p:spPr>
            <a:xfrm>
              <a:off x="4344541" y="5178074"/>
              <a:ext cx="2017986" cy="107993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MicroSD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(For OS)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750FD6C-2365-DB32-4EB8-61E19A5C24F8}"/>
                </a:ext>
              </a:extLst>
            </p:cNvPr>
            <p:cNvSpPr/>
            <p:nvPr/>
          </p:nvSpPr>
          <p:spPr>
            <a:xfrm>
              <a:off x="357074" y="742052"/>
              <a:ext cx="2017986" cy="107993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HD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(For data storage)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4CFA466-7B22-552A-4BD8-D222F900EC42}"/>
                </a:ext>
              </a:extLst>
            </p:cNvPr>
            <p:cNvSpPr/>
            <p:nvPr/>
          </p:nvSpPr>
          <p:spPr>
            <a:xfrm>
              <a:off x="998483" y="3271760"/>
              <a:ext cx="2017986" cy="107993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Wi-Fi External Antenna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CDD4AD1-10EE-E990-A997-6DDB514D8002}"/>
                </a:ext>
              </a:extLst>
            </p:cNvPr>
            <p:cNvSpPr/>
            <p:nvPr/>
          </p:nvSpPr>
          <p:spPr>
            <a:xfrm>
              <a:off x="998483" y="4891667"/>
              <a:ext cx="2017986" cy="107993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Possible Camera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39DEFD2-A19B-F0C5-ABC6-3D3A5FAEE859}"/>
                </a:ext>
              </a:extLst>
            </p:cNvPr>
            <p:cNvSpPr/>
            <p:nvPr/>
          </p:nvSpPr>
          <p:spPr>
            <a:xfrm>
              <a:off x="6561082" y="2315319"/>
              <a:ext cx="1229710" cy="64638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Battery Level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3E3A6F4-3214-5B79-269B-ABF3AC218DF8}"/>
                </a:ext>
              </a:extLst>
            </p:cNvPr>
            <p:cNvSpPr/>
            <p:nvPr/>
          </p:nvSpPr>
          <p:spPr>
            <a:xfrm>
              <a:off x="8295289" y="4638105"/>
              <a:ext cx="2017986" cy="107993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Cooling Fan</a:t>
              </a:r>
            </a:p>
          </p:txBody>
        </p:sp>
        <p:cxnSp>
          <p:nvCxnSpPr>
            <p:cNvPr id="94" name="Connector: Elbow 93">
              <a:extLst>
                <a:ext uri="{FF2B5EF4-FFF2-40B4-BE49-F238E27FC236}">
                  <a16:creationId xmlns:a16="http://schemas.microsoft.com/office/drawing/2014/main" id="{8B19FA08-1F3C-6C43-0763-3FCA4B8298C4}"/>
                </a:ext>
              </a:extLst>
            </p:cNvPr>
            <p:cNvCxnSpPr>
              <a:cxnSpLocks/>
              <a:stCxn id="5" idx="1"/>
              <a:endCxn id="9" idx="0"/>
            </p:cNvCxnSpPr>
            <p:nvPr/>
          </p:nvCxnSpPr>
          <p:spPr>
            <a:xfrm rot="10800000" flipV="1">
              <a:off x="6561083" y="333744"/>
              <a:ext cx="1080350" cy="455710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31442A93-1C52-CB0C-AA49-D8429CF44AF8}"/>
                </a:ext>
              </a:extLst>
            </p:cNvPr>
            <p:cNvCxnSpPr>
              <a:stCxn id="35" idx="0"/>
              <a:endCxn id="4" idx="2"/>
            </p:cNvCxnSpPr>
            <p:nvPr/>
          </p:nvCxnSpPr>
          <p:spPr>
            <a:xfrm flipH="1" flipV="1">
              <a:off x="5341882" y="4359581"/>
              <a:ext cx="11652" cy="81849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Connector: Elbow 99">
              <a:extLst>
                <a:ext uri="{FF2B5EF4-FFF2-40B4-BE49-F238E27FC236}">
                  <a16:creationId xmlns:a16="http://schemas.microsoft.com/office/drawing/2014/main" id="{43473443-D884-4A36-657F-F2547D0CA2A0}"/>
                </a:ext>
              </a:extLst>
            </p:cNvPr>
            <p:cNvCxnSpPr>
              <a:stCxn id="53" idx="3"/>
              <a:endCxn id="4" idx="1"/>
            </p:cNvCxnSpPr>
            <p:nvPr/>
          </p:nvCxnSpPr>
          <p:spPr>
            <a:xfrm flipV="1">
              <a:off x="3016469" y="3819612"/>
              <a:ext cx="1316420" cy="1612024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60359C02-FB9B-9AAA-7133-30F86A2AB823}"/>
                </a:ext>
              </a:extLst>
            </p:cNvPr>
            <p:cNvCxnSpPr>
              <a:stCxn id="45" idx="3"/>
              <a:endCxn id="4" idx="1"/>
            </p:cNvCxnSpPr>
            <p:nvPr/>
          </p:nvCxnSpPr>
          <p:spPr>
            <a:xfrm>
              <a:off x="3016469" y="3811729"/>
              <a:ext cx="1316420" cy="788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Connector: Elbow 103">
              <a:extLst>
                <a:ext uri="{FF2B5EF4-FFF2-40B4-BE49-F238E27FC236}">
                  <a16:creationId xmlns:a16="http://schemas.microsoft.com/office/drawing/2014/main" id="{1F861FCE-4057-87B0-BB01-142EE2E414D8}"/>
                </a:ext>
              </a:extLst>
            </p:cNvPr>
            <p:cNvCxnSpPr>
              <a:cxnSpLocks/>
              <a:endCxn id="58" idx="1"/>
            </p:cNvCxnSpPr>
            <p:nvPr/>
          </p:nvCxnSpPr>
          <p:spPr>
            <a:xfrm>
              <a:off x="4736742" y="1282021"/>
              <a:ext cx="1824340" cy="1356491"/>
            </a:xfrm>
            <a:prstGeom prst="bentConnector3">
              <a:avLst>
                <a:gd name="adj1" fmla="val 38788"/>
              </a:avLst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F5869E8A-DB68-B11E-94DA-834A5205B782}"/>
                </a:ext>
              </a:extLst>
            </p:cNvPr>
            <p:cNvCxnSpPr>
              <a:cxnSpLocks/>
              <a:stCxn id="9" idx="1"/>
              <a:endCxn id="11" idx="3"/>
            </p:cNvCxnSpPr>
            <p:nvPr/>
          </p:nvCxnSpPr>
          <p:spPr>
            <a:xfrm flipH="1">
              <a:off x="4736742" y="1112647"/>
              <a:ext cx="120948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Connector: Elbow 131">
              <a:extLst>
                <a:ext uri="{FF2B5EF4-FFF2-40B4-BE49-F238E27FC236}">
                  <a16:creationId xmlns:a16="http://schemas.microsoft.com/office/drawing/2014/main" id="{4CDBA91C-3A4A-0EEF-4B42-C4079B4D385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746975" y="1191271"/>
              <a:ext cx="2894460" cy="460852"/>
            </a:xfrm>
            <a:prstGeom prst="bentConnector3">
              <a:avLst>
                <a:gd name="adj1" fmla="val 63717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EBE67CDE-15A1-DFF8-6AE8-2973BA9BADAF}"/>
                </a:ext>
              </a:extLst>
            </p:cNvPr>
            <p:cNvSpPr/>
            <p:nvPr/>
          </p:nvSpPr>
          <p:spPr>
            <a:xfrm>
              <a:off x="3507032" y="2093495"/>
              <a:ext cx="1522168" cy="86295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USB Hub</a:t>
              </a:r>
            </a:p>
          </p:txBody>
        </p:sp>
        <p:cxnSp>
          <p:nvCxnSpPr>
            <p:cNvPr id="142" name="Connector: Elbow 141">
              <a:extLst>
                <a:ext uri="{FF2B5EF4-FFF2-40B4-BE49-F238E27FC236}">
                  <a16:creationId xmlns:a16="http://schemas.microsoft.com/office/drawing/2014/main" id="{C130284C-07CF-D947-AF6F-B90A1184CFD5}"/>
                </a:ext>
              </a:extLst>
            </p:cNvPr>
            <p:cNvCxnSpPr>
              <a:stCxn id="37" idx="3"/>
              <a:endCxn id="140" idx="1"/>
            </p:cNvCxnSpPr>
            <p:nvPr/>
          </p:nvCxnSpPr>
          <p:spPr>
            <a:xfrm>
              <a:off x="2375060" y="1282021"/>
              <a:ext cx="1131972" cy="1242952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8A6D5300-13A3-CE3A-C923-58AFCB1EEC02}"/>
                </a:ext>
              </a:extLst>
            </p:cNvPr>
            <p:cNvCxnSpPr>
              <a:stCxn id="30" idx="3"/>
              <a:endCxn id="140" idx="1"/>
            </p:cNvCxnSpPr>
            <p:nvPr/>
          </p:nvCxnSpPr>
          <p:spPr>
            <a:xfrm flipV="1">
              <a:off x="2364827" y="2524973"/>
              <a:ext cx="1142205" cy="1237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07DB615D-C080-CDBB-088F-C60CB1C2BA62}"/>
                </a:ext>
              </a:extLst>
            </p:cNvPr>
            <p:cNvCxnSpPr>
              <a:stCxn id="11" idx="2"/>
              <a:endCxn id="140" idx="0"/>
            </p:cNvCxnSpPr>
            <p:nvPr/>
          </p:nvCxnSpPr>
          <p:spPr>
            <a:xfrm>
              <a:off x="4121887" y="1435840"/>
              <a:ext cx="146229" cy="65765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9C840329-22F0-24B1-EE76-A900A8C3D067}"/>
                </a:ext>
              </a:extLst>
            </p:cNvPr>
            <p:cNvCxnSpPr>
              <a:stCxn id="140" idx="2"/>
              <a:endCxn id="4" idx="0"/>
            </p:cNvCxnSpPr>
            <p:nvPr/>
          </p:nvCxnSpPr>
          <p:spPr>
            <a:xfrm>
              <a:off x="4268116" y="2956451"/>
              <a:ext cx="1073766" cy="32319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2698D0EE-62CE-0018-5280-EDD2C4853360}"/>
                </a:ext>
              </a:extLst>
            </p:cNvPr>
            <p:cNvCxnSpPr>
              <a:stCxn id="4" idx="3"/>
              <a:endCxn id="25" idx="1"/>
            </p:cNvCxnSpPr>
            <p:nvPr/>
          </p:nvCxnSpPr>
          <p:spPr>
            <a:xfrm>
              <a:off x="6350875" y="3819612"/>
              <a:ext cx="81455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Connector: Elbow 151">
              <a:extLst>
                <a:ext uri="{FF2B5EF4-FFF2-40B4-BE49-F238E27FC236}">
                  <a16:creationId xmlns:a16="http://schemas.microsoft.com/office/drawing/2014/main" id="{BFF3FE7E-C9B8-CBD5-BA94-59953C58ADF4}"/>
                </a:ext>
              </a:extLst>
            </p:cNvPr>
            <p:cNvCxnSpPr>
              <a:stCxn id="64" idx="1"/>
            </p:cNvCxnSpPr>
            <p:nvPr/>
          </p:nvCxnSpPr>
          <p:spPr>
            <a:xfrm rot="10800000">
              <a:off x="6362527" y="4186990"/>
              <a:ext cx="1932762" cy="991085"/>
            </a:xfrm>
            <a:prstGeom prst="bentConnector3">
              <a:avLst>
                <a:gd name="adj1" fmla="val 69920"/>
              </a:avLst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8784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18CBA-8CAE-9681-60EC-9B75889F6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9A29CE2E-F7AD-03B7-1E83-A70CF8ACC2B0}"/>
              </a:ext>
            </a:extLst>
          </p:cNvPr>
          <p:cNvGrpSpPr/>
          <p:nvPr/>
        </p:nvGrpSpPr>
        <p:grpSpPr>
          <a:xfrm>
            <a:off x="3272589" y="-228599"/>
            <a:ext cx="5558590" cy="7327232"/>
            <a:chOff x="3272589" y="-228599"/>
            <a:chExt cx="5558590" cy="732723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FD3F293-DCB4-D94E-BB06-3ADC4F5A6250}"/>
                </a:ext>
              </a:extLst>
            </p:cNvPr>
            <p:cNvSpPr/>
            <p:nvPr/>
          </p:nvSpPr>
          <p:spPr>
            <a:xfrm>
              <a:off x="3272589" y="-228599"/>
              <a:ext cx="5558590" cy="73272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728FCEF-C5C8-F6B9-28D5-C7CBA1A189D7}"/>
                </a:ext>
              </a:extLst>
            </p:cNvPr>
            <p:cNvSpPr/>
            <p:nvPr/>
          </p:nvSpPr>
          <p:spPr>
            <a:xfrm>
              <a:off x="4640179" y="2418661"/>
              <a:ext cx="2911642" cy="125128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Display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55DC34E-CDA4-E2C6-05AD-D0283A48B3DD}"/>
                </a:ext>
              </a:extLst>
            </p:cNvPr>
            <p:cNvSpPr/>
            <p:nvPr/>
          </p:nvSpPr>
          <p:spPr>
            <a:xfrm>
              <a:off x="5539040" y="3883256"/>
              <a:ext cx="1235242" cy="5534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Hub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2661ED-32BC-2DAF-D465-34014ACE080C}"/>
                </a:ext>
              </a:extLst>
            </p:cNvPr>
            <p:cNvSpPr/>
            <p:nvPr/>
          </p:nvSpPr>
          <p:spPr>
            <a:xfrm>
              <a:off x="3551321" y="5519612"/>
              <a:ext cx="5089358" cy="13836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Keyboard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616F14E-E5CF-CB05-8256-E8CABF1A12C0}"/>
                </a:ext>
              </a:extLst>
            </p:cNvPr>
            <p:cNvSpPr/>
            <p:nvPr/>
          </p:nvSpPr>
          <p:spPr>
            <a:xfrm>
              <a:off x="3551321" y="3871285"/>
              <a:ext cx="1745947" cy="14954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HD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AAB75E7-542A-D299-871F-27080AD594E4}"/>
                </a:ext>
              </a:extLst>
            </p:cNvPr>
            <p:cNvSpPr/>
            <p:nvPr/>
          </p:nvSpPr>
          <p:spPr>
            <a:xfrm>
              <a:off x="4640179" y="1078929"/>
              <a:ext cx="2911642" cy="126331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Battery + System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C1E84AC-CD62-52AE-D3D6-C98C18E745E8}"/>
                </a:ext>
              </a:extLst>
            </p:cNvPr>
            <p:cNvSpPr/>
            <p:nvPr/>
          </p:nvSpPr>
          <p:spPr>
            <a:xfrm>
              <a:off x="7128710" y="3871285"/>
              <a:ext cx="1251284" cy="14954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Raspberry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1F13B97-4652-179C-15E2-3A23732B1FA0}"/>
                </a:ext>
              </a:extLst>
            </p:cNvPr>
            <p:cNvSpPr/>
            <p:nvPr/>
          </p:nvSpPr>
          <p:spPr>
            <a:xfrm>
              <a:off x="5539040" y="4575384"/>
              <a:ext cx="1251284" cy="79358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Fan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3AFC6E5-FEC6-9A8E-F89B-B4B7C7B61276}"/>
                </a:ext>
              </a:extLst>
            </p:cNvPr>
            <p:cNvSpPr/>
            <p:nvPr/>
          </p:nvSpPr>
          <p:spPr>
            <a:xfrm>
              <a:off x="4640179" y="-156655"/>
              <a:ext cx="2911642" cy="11591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Solar Pannel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64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49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Nocera Santiago</dc:creator>
  <cp:lastModifiedBy>Gustavo Nocera Santiago</cp:lastModifiedBy>
  <cp:revision>2</cp:revision>
  <dcterms:created xsi:type="dcterms:W3CDTF">2026-07-27T23:47:49Z</dcterms:created>
  <dcterms:modified xsi:type="dcterms:W3CDTF">2026-08-11T15:09:33Z</dcterms:modified>
</cp:coreProperties>
</file>